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AI-Based Solar PV Power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Under Variable Weather Conditions</a:t>
            </a:r>
            <a:br/>
            <a:r>
              <a:t>Internship Project | Name: __________ | Register No.: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Solar PV output changes with sunlight and weather.</a:t>
            </a:r>
          </a:p>
          <a:p>
            <a:pPr>
              <a:spcAft>
                <a:spcPts val="1200"/>
              </a:spcAft>
              <a:defRPr sz="2000"/>
            </a:pPr>
            <a:r>
              <a:t>Forecasting supports energy scheduling and battery planning.</a:t>
            </a:r>
          </a:p>
          <a:p>
            <a:pPr>
              <a:spcAft>
                <a:spcPts val="1200"/>
              </a:spcAft>
              <a:defRPr sz="2000"/>
            </a:pPr>
            <a:r>
              <a:t>Machine learning learns patterns from weather and historical power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Problem: PV output is variable and difficult to estimate with a fixed value.</a:t>
            </a:r>
          </a:p>
          <a:p>
            <a:pPr>
              <a:spcAft>
                <a:spcPts val="1200"/>
              </a:spcAft>
              <a:defRPr sz="2000"/>
            </a:pPr>
            <a:r>
              <a:t>Clean and explore solar/weather data.</a:t>
            </a:r>
          </a:p>
          <a:p>
            <a:pPr>
              <a:spcAft>
                <a:spcPts val="1200"/>
              </a:spcAft>
              <a:defRPr sz="2000"/>
            </a:pPr>
            <a:r>
              <a:t>Build at least two regression models.</a:t>
            </a:r>
          </a:p>
          <a:p>
            <a:pPr>
              <a:spcAft>
                <a:spcPts val="1200"/>
              </a:spcAft>
              <a:defRPr sz="2000"/>
            </a:pPr>
            <a:r>
              <a:t>Evaluate errors and create an interactive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Input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Hourly dataset for an illustrative 5 kW PV system; synthetic data for demonstration.</a:t>
            </a:r>
          </a:p>
          <a:p>
            <a:pPr>
              <a:spcAft>
                <a:spcPts val="1200"/>
              </a:spcAft>
              <a:defRPr sz="2000"/>
            </a:pPr>
            <a:r>
              <a:t>Inputs: irradiance, ambient/panel temperature, humidity and wind speed.</a:t>
            </a:r>
          </a:p>
          <a:p>
            <a:pPr>
              <a:spcAft>
                <a:spcPts val="1200"/>
              </a:spcAft>
              <a:defRPr sz="2000"/>
            </a:pPr>
            <a:r>
              <a:t>Time features: hour, day of year, month; lag feature: previous-hour power.</a:t>
            </a:r>
          </a:p>
          <a:p>
            <a:pPr>
              <a:spcAft>
                <a:spcPts val="1200"/>
              </a:spcAft>
              <a:defRPr sz="2000"/>
            </a:pPr>
            <a:r>
              <a:t>Target: solar power output in watts.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Dataset → Cleaning → EDA → Feature Engineering</a:t>
            </a:r>
          </a:p>
          <a:p>
            <a:pPr>
              <a:spcAft>
                <a:spcPts val="1200"/>
              </a:spcAft>
              <a:defRPr sz="2000"/>
            </a:pPr>
            <a:r>
              <a:t>Chronological 80/20 split → Linear Regression + Random Forest</a:t>
            </a:r>
          </a:p>
          <a:p>
            <a:pPr>
              <a:spcAft>
                <a:spcPts val="1200"/>
              </a:spcAft>
              <a:defRPr sz="2000"/>
            </a:pPr>
            <a:r>
              <a:t>Evaluation: MAE, RMSE, R² → Save best model</a:t>
            </a:r>
          </a:p>
          <a:p>
            <a:pPr>
              <a:spcAft>
                <a:spcPts val="1200"/>
              </a:spcAft>
              <a:defRPr sz="2000"/>
            </a:pPr>
            <a:r>
              <a:t>Streamlit dashboard → Predicted power in W and kW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Linear Regression: simple baseline model.</a:t>
            </a:r>
          </a:p>
          <a:p>
            <a:pPr>
              <a:spcAft>
                <a:spcPts val="1200"/>
              </a:spcAft>
              <a:defRPr sz="2000"/>
            </a:pPr>
            <a:r>
              <a:t>Random Forest Regressor: captures nonlinear patterns.</a:t>
            </a:r>
          </a:p>
          <a:p>
            <a:pPr>
              <a:spcAft>
                <a:spcPts val="1200"/>
              </a:spcAft>
              <a:defRPr sz="2000"/>
            </a:pPr>
            <a:r>
              <a:t>Time-ordered test data reduces future-to-past leakage.</a:t>
            </a:r>
          </a:p>
          <a:p>
            <a:pPr>
              <a:spcAft>
                <a:spcPts val="1200"/>
              </a:spcAft>
              <a:defRPr sz="2000"/>
            </a:pPr>
            <a:r>
              <a:t>Missing input values are imputed inside the model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MAE: average absolute prediction error.</a:t>
            </a:r>
          </a:p>
          <a:p>
            <a:pPr>
              <a:spcAft>
                <a:spcPts val="1200"/>
              </a:spcAft>
              <a:defRPr sz="2000"/>
            </a:pPr>
            <a:r>
              <a:t>RMSE: penalizes larger errors more strongly.</a:t>
            </a:r>
          </a:p>
          <a:p>
            <a:pPr>
              <a:spcAft>
                <a:spcPts val="1200"/>
              </a:spcAft>
              <a:defRPr sz="2000"/>
            </a:pPr>
            <a:r>
              <a:t>R²: compares model fit against predicting the mean.</a:t>
            </a:r>
          </a:p>
          <a:p>
            <a:pPr>
              <a:spcAft>
                <a:spcPts val="1200"/>
              </a:spcAft>
              <a:defRPr sz="2000"/>
            </a:pPr>
            <a:r>
              <a:t>Exact values are generated in outputs/model_comparison.csv after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Enter weather conditions and time features.</a:t>
            </a:r>
          </a:p>
          <a:p>
            <a:pPr>
              <a:spcAft>
                <a:spcPts val="1200"/>
              </a:spcAft>
              <a:defRPr sz="2000"/>
            </a:pPr>
            <a:r>
              <a:t>Click Predict solar power.</a:t>
            </a:r>
          </a:p>
          <a:p>
            <a:pPr>
              <a:spcAft>
                <a:spcPts val="1200"/>
              </a:spcAft>
              <a:defRPr sz="2000"/>
            </a:pPr>
            <a:r>
              <a:t>View estimated power in watts and kilowatts.</a:t>
            </a:r>
          </a:p>
          <a:p>
            <a:pPr>
              <a:spcAft>
                <a:spcPts val="1200"/>
              </a:spcAft>
              <a:defRPr sz="2000"/>
            </a:pPr>
            <a:r>
              <a:t>Review model comparison and actual-versus-predicted graph.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Current dataset is simulated, not real plant data.</a:t>
            </a:r>
          </a:p>
          <a:p>
            <a:pPr>
              <a:spcAft>
                <a:spcPts val="1200"/>
              </a:spcAft>
              <a:defRPr sz="2000"/>
            </a:pPr>
            <a:r>
              <a:t>Use validated site data and weather forecasts for real deployment.</a:t>
            </a:r>
          </a:p>
          <a:p>
            <a:pPr>
              <a:spcAft>
                <a:spcPts val="1200"/>
              </a:spcAft>
              <a:defRPr sz="2000"/>
            </a:pPr>
            <a:r>
              <a:t>Add rolling validation, prediction intervals and cloud-cover inputs.</a:t>
            </a:r>
          </a:p>
          <a:p>
            <a:pPr>
              <a:spcAft>
                <a:spcPts val="1200"/>
              </a:spcAft>
              <a:defRPr sz="2000"/>
            </a:pPr>
            <a:r>
              <a:t>Monitor data drift and verify accuracy across seasons.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Demonstrates an end-to-end AI forecasting workflow.</a:t>
            </a:r>
          </a:p>
          <a:p>
            <a:pPr>
              <a:spcAft>
                <a:spcPts val="1200"/>
              </a:spcAft>
              <a:defRPr sz="2000"/>
            </a:pPr>
            <a:r>
              <a:t>Compares Linear Regression and Random Forest.</a:t>
            </a:r>
          </a:p>
          <a:p>
            <a:pPr>
              <a:spcAft>
                <a:spcPts val="1200"/>
              </a:spcAft>
              <a:defRPr sz="2000"/>
            </a:pPr>
            <a:r>
              <a:t>Includes source code, dataset, report and interactive dashboard.</a:t>
            </a:r>
          </a:p>
          <a:p>
            <a:pPr>
              <a:spcAft>
                <a:spcPts val="1200"/>
              </a:spcAft>
              <a:defRPr sz="2000"/>
            </a:pPr>
            <a:r>
              <a:t>Real-world accuracy requires testing with measured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